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2743200" cy="2743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3F4F6"/>
                </a:solidFill>
              </a:defRPr>
            </a:pPr>
            <a:r>
              <a:t>AI 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CA3AF"/>
                </a:solidFill>
              </a:defRPr>
            </a:pPr>
            <a:r>
              <a:t>A comprehensive overview of Artificial Intelligence ed8ea2ae-c15a-401c-b1c0-1adf28ceb83b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Powered by Lumina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3F4F6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