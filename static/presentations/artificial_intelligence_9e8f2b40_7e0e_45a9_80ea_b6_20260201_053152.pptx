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 9e8f2b40-7e0e-45a9-80ea-b645879598e3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