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8d7556c4-5573-4011-bb6b-118ac5f740df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