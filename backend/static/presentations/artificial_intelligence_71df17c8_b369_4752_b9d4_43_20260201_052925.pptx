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 71df17c8-b369-4752-b9d4-431fe51d7316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