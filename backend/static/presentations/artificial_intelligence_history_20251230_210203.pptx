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Artificial Intelligence History: A Timeline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From Conceptual Machines to Modern Learning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Conceptual Roots and Theoretical Foundations (Pre-1956)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Philosophical roots stretch back to antiquity, exploring the nature of thought and the possibility of artificial life.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Alan Turing formalized the concept of algorithmic computation with the Turing Machine in the 1930s.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In 1950, Turing proposed the 'Imitation Game' (Turing Test) as a practical measure for determining machine intelligence.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work of Warren McCulloch and Walter Pitts (1943) introduced mathematical models for artificial neurons, forming the basis of neural networks.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Cybernetics, championed by Norbert Wiener, focused on the study of control and communication in animals and machines, influencing early AI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The Birth of AI and the First Boom (1956 - 1974)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Dartmouth Summer Research Project on Artificial Intelligence (1956) officially coined the term 'Artificial Intelligence' and established the field.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Early research focused on Symbolic AI, using logic and formal languages, exemplified by programs like the Logic Theorist and the General Problem Solver (GPS).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The development of LISP became the dominant programming language for AI research due to its flexibility in handling symbolic computations.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Machine translation efforts, though largely unsuccessful at the time, spurred significant research into computational linguistics.</a:t>
            </a:r>
          </a:p>
          <a:p>
            <a:pPr>
              <a:spcBef>
                <a:spcPts val="1200"/>
              </a:spcBef>
              <a:defRPr sz="2000">
                <a:solidFill>
                  <a:srgbClr val="9CA3AF"/>
                </a:solidFill>
              </a:defRPr>
            </a:pPr>
            <a:r>
              <a:t>• Skepticism grew following the 1973 Lighthill Report, which critiqued the lack of practical results and led directly to reduced government funding, initiating the First AI Winter.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