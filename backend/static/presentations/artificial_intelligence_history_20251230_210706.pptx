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0"/>
            <a:ext cx="2743200" cy="2743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3F4F6"/>
                </a:solidFill>
              </a:defRPr>
            </a:pPr>
            <a:r>
              <a:t>The Evolution of Intelligence: A History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CA3AF"/>
                </a:solidFill>
              </a:defRPr>
            </a:pPr>
            <a:r>
              <a:t>From Logical Machines to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943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2C55E"/>
                </a:solidFill>
              </a:defRPr>
            </a:pPr>
            <a:r>
              <a:t>Powered by Lumina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1. The Conceptual Dawn (1940s – 1956)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Theoretical Foundation: Alan Turing’s 'Computing Machinery and Intelligence' (1950) introduces the Turing Test, defining machine intelligence.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Neural Networks: Warren McCulloch and Walter Pitts create the first computational model of artificial neurons (1943).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The Dartmouth Workshop (1956): Formal event where John McCarthy coined the term 'Artificial Intelligence' (AI), marking the official birth of the field.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2. Early Optimism and the First AI Winter (1957 – 1980s)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Symbolic AI: The 'Golden Age' saw the creation of logic-based programs like the General Problem Solver (GPS) and early natural language processing (ELIZA).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The Scaling Problem: Researchers realized symbolic methods failed to scale beyond 'toy problems' due to exponential computational requirements.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The Lighthill Report (1973): Criticisms regarding lack of progress led to severe funding cuts, initiating the First AI Winter.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3. Revival and the Deep Learning Revolution (1980s – Present)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Expert Systems: A brief commercial revival in the 1980s focused on knowledge-based systems for specific domains (e.g., DENDRAL).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Computational Power: The rise of the internet, massive data availability, and powerful GPUs enabled a shift toward data-intensive machine learning.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Deep Learning Breakthroughs: Introduction of convolutional neural networks (CNNs) and transformers, leading to state-of-the-art performance in vision, speech, and large language models (LLMs).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