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The Journey of Intelligence: A History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From Logic Machines to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1: Foundations and the Birth of AI (Pre-1956)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Theoretical Roots: Alan Turing’s 'Computing Machinery and Intelligence' (1950) established the concept of the Turing Test as a measure of machine intelligence.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Early Computational Work: Early neural network research (McCulloch and Pitts) and primitive AI demonstrations like the Logic Theorist (Newell, Shaw, and Simon, 1956).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Defining Event: The 1956 Dartmouth Summer Research Project on Artificial Intelligence, where John McCarthy coined the term 'Artificial Intelligence' officially establishing the field.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2: Early Optimism and the AI Winters (1960s – 1990s)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Golden Age (1960s): Early successes in narrow domains (e.g., SHRDLU) led to high optimism and significant government funding based on ambitious promises.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First AI Winter (Mid-1970s): Funding collapses primarily due to limitations in computational power, failure of programs to scale beyond 'micro-worlds,' and the Lighthill Report criticizing the lack of progress.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Expert Systems Boom (1980s): Resurgence based on rule-based knowledge systems (e.g., DENDRAL, XCON) provided commercial viability in defined domains.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Second AI Winter (Late 1980s/1990s): Decline as expert systems proved expensive to maintain, brittle outside their domain, and competing technologies like statistical methods gained traction.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3: Revival and the Deep Learning Revolution (2000s – Present)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New Enabling Factors: Explosive growth in computing power (GPUs) and the availability of massive datasets ('Big Data') allowed complex statistical models to be trained.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Rise of Machine Learning: Shift from symbolic/rule-based AI to data-driven statistical methods. Key milestones include IBM’s Deep Blue (1997) and Watson (2011).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Deep Learning Breakthrough: Successful application of multi-layered neural networks (DNNs) to tasks like image recognition (ImageNet 2012) and speech recognition, driving rapid progress.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Generative AI Era: Current focus on Large Language Models (LLMs) and diffusion models (e.g., GPT, DALL-E) leading to unprecedented public awareness and new ethical considerations.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