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The Final Frontier: A Journey Through Space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Unlocking humanity's potential beyond Earth orbit and expanding the boundaries of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Foundations of Space Exploration: The Early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launch of Sputnik (1957) ignited the global Space Race between the US and the USSR.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Apollo Program culminated in the historic landing of humans on the Moon in 1969.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Early robotic probes, such as Voyager, provided the first comprehensive data and images of the outer planets.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development of the Space Shuttle focused on creating reusable spacecraft and building infrastructure in Low Earth Orbit (LEO).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Driving Forces: Why Humanity Explores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Scientific Discovery: Seeking answers regarding the origins of the universe, life, and planetary formation.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Technological Advancement: Exploration mandates innovation in materials science, computing, and life support systems, benefiting Earth applications.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Resource Utilization: Investigating the potential for mining water ice and minerals on the Moon and near-Earth asteroids.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Planetary Protection: Establishing human redundancy and potential off-world settlements to safeguard the future of the species.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Current Missions and International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International Space Station (ISS) serves as a permanent orbiting laboratory for microgravity research and international cooperation.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NASA's Artemis Program is focused on returning humans to the Moon by the mid-2020s and establishing a sustainable lunar presence.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James Webb Space Telescope (JWST) provides unprecedented infrared views of the early cosmos and distant exoplanets.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Global partners, including ESA, JAXA, and CNSA, are actively deploying probes for lunar, Martian, and solar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Enabling Technologies for Deep Space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Advanced Propulsion: Developing nuclear thermal and electric propulsion systems to significantly reduce travel times to Mars and beyond.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In-Situ Resource Utilization (ISRU): Technologies designed to process local planetary materials (like Martian atmosphere or lunar ice) into fuel and oxygen.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Closed-Loop Life Support: Creating fully regenerative ecological systems capable of sustaining crew health for multi-year missions without resupply.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Autonomous Systems: Utilizing sophisticated AI and automated navigation to manage spacecraft operations during unavoidable communication delays.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The Mars Imperative: Preparing for Human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Mars remains the primary long-term goal for human colonization due to its accessible resources and geological similarities to Earth.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search for evidence of ancient microbial life is a central objective of current rovers like Perseverance and Curiosity.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Infrastructure planning involves developing sustainable habitats, advanced power generation, and radiation shielding for crews.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Sample Return Missions are underway to bring Martian geological material back to Earth for intensive, protected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The Rise of Commercial Space: A New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Private companies like SpaceX and Blue Origin are drastically lowering launch costs through reusable rocket technology and manufacturing efficiency.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Commercial initiatives are driving the growth of space tourism and the development of privately owned orbital stations (e.g., Axiom Space).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LEO economy is expanding rapidly, focused on mass satellite deployment, enhanced telecommunications, and in-orbit manufacturing.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Government space agencies are increasingly transitioning to relying on commercial partners for routine transport and operational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The Future of Exploration: Sustained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Establishing the Lunar Gateway station in orbit around the Moon to serve as a staging post for subsequent deep space missions.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Launching the first crewed missions to the Martian surface within the next two decades, initiating the colonization phase.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Increased focus on planetary defense, including tracking and mitigating the threat posed by Near-Earth Objects (NEOs).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Expanding exoplanet research using next-generation telescopes to detect biosignatures in the atmospheres of potentially habitable worlds.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