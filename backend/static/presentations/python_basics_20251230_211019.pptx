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0" y="0"/>
            <a:ext cx="2743200" cy="2743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3F4F6"/>
                </a:solidFill>
              </a:defRPr>
            </a:pPr>
            <a:r>
              <a:t>Python Basics: Getting Started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9CA3AF"/>
                </a:solidFill>
              </a:defRPr>
            </a:pPr>
            <a:r>
              <a:t>Essential Concepts for Beginners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5943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2C55E"/>
                </a:solidFill>
              </a:defRPr>
            </a:pPr>
            <a:r>
              <a:t>Powered by Lumina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3F4F6"/>
                </a:solidFill>
              </a:defRPr>
            </a:pPr>
            <a:r>
              <a:t>Introduction to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High-level, general-purpose programming language.</a:t>
            </a:r>
          </a:p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Known for highly readable, English-like syntax.</a:t>
            </a:r>
          </a:p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Interpreted language (code is executed line-by-line, not compiled).</a:t>
            </a:r>
          </a:p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Dynamically typed (you do not need to declare variable types).</a:t>
            </a:r>
          </a:p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Widely used in Web Development, Data Science, AI, and Automation.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3F4F6"/>
                </a:solidFill>
              </a:defRPr>
            </a:pPr>
            <a:r>
              <a:t>Setup and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Installation: Download the interpreter from python.org.</a:t>
            </a:r>
          </a:p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Code Editor: Use IDEs like VS Code or PyCharm.</a:t>
            </a:r>
          </a:p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Execution: Run Python files (.py) using the interpreter.</a:t>
            </a:r>
          </a:p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The `print()` function is used to display output (e.g., `print('Hello')`).</a:t>
            </a:r>
          </a:p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Comments are denoted by the `#` symbol for single-line notes.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3F4F6"/>
                </a:solidFill>
              </a:defRPr>
            </a:pPr>
            <a:r>
              <a:t>Variables and Data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Variables are named containers used to store data values.</a:t>
            </a:r>
          </a:p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Naming Conventions: Must start with a letter or underscore, cannot use keywords.</a:t>
            </a:r>
          </a:p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Key Immutable Data Types:</a:t>
            </a:r>
          </a:p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Integers (`int`): Whole numbers (e.g., 5, -10).</a:t>
            </a:r>
          </a:p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Floats (`float`): Decimal numbers (e.g., 3.14).</a:t>
            </a:r>
          </a:p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Strings (`str`): Text, enclosed in single or double quotes.</a:t>
            </a:r>
          </a:p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Booleans (`bool`): True or False.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3F4F6"/>
                </a:solidFill>
              </a:defRPr>
            </a:pPr>
            <a:r>
              <a:t>Operators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Operators perform operations on variables and values.</a:t>
            </a:r>
          </a:p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Assignment Operator: `=` (used to assign a value to a variable).</a:t>
            </a:r>
          </a:p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Arithmetic Operators: `+` (add), `-` (subtract), `*` (multiply), `/` (divide), `%` (modulo/remainder).</a:t>
            </a:r>
          </a:p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Comparison Operators: Used to compare values, resulting in a Boolean (True/False):</a:t>
            </a:r>
          </a:p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`==` (Equal to)</a:t>
            </a:r>
          </a:p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`&gt;` (Greater than), `&lt;` (Less than)</a:t>
            </a:r>
          </a:p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`!=` (Not equal to)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3F4F6"/>
                </a:solidFill>
              </a:defRPr>
            </a:pPr>
            <a:r>
              <a:t>Control Flow: Conditionals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Allows the program to make decisions based on conditions.</a:t>
            </a:r>
          </a:p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`if` statement: Executes code only if the condition is True.</a:t>
            </a:r>
          </a:p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`elif` (Else If): Checks additional conditions if the preceding ones were False.</a:t>
            </a:r>
          </a:p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`else`: Executes if none of the preceding conditions were True.</a:t>
            </a:r>
          </a:p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Indentation (4 spaces) is mandatory to define code blocks.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3F4F6"/>
                </a:solidFill>
              </a:defRPr>
            </a:pPr>
            <a:r>
              <a:t>Control Flow: Loops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Loops allow execution of a block of code multiple times.</a:t>
            </a:r>
          </a:p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`for` loop: Used for iterating over a sequence (list, tuple, dictionary, string, or range).</a:t>
            </a:r>
          </a:p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`while` loop: Executes a block of code as long as a condition remains True.</a:t>
            </a:r>
          </a:p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The `break` statement can stop the loop entirely.</a:t>
            </a:r>
          </a:p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The `continue` statement skips the current iteration and moves to the next.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3F4F6"/>
                </a:solidFill>
              </a:defRPr>
            </a:pPr>
            <a:r>
              <a:t>Introduction to Data Structures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Lists: Ordered, mutable (changeable) collections; defined by square brackets `[]`.</a:t>
            </a:r>
          </a:p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Lists support indexing (starting at 0) and methods like `.append()` and `.pop()`.</a:t>
            </a:r>
          </a:p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Tuples: Ordered, immutable (unchangeable) collections; defined by parentheses `()`.</a:t>
            </a:r>
          </a:p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Dictionaries: Unordered collections of key-value pairs; defined by curly braces `{}`.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3F4F6"/>
                </a:solidFill>
              </a:defRPr>
            </a:pPr>
            <a:r>
              <a:t>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Functions are blocks of reusable code designed to perform a specific task.</a:t>
            </a:r>
          </a:p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Defined using the `def` keyword followed by the function name.</a:t>
            </a:r>
          </a:p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Can accept inputs (parameters) inside the parentheses.</a:t>
            </a:r>
          </a:p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The `return` statement is used to send a value back to the caller.</a:t>
            </a:r>
          </a:p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Functions must be defined before they are called/executed.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