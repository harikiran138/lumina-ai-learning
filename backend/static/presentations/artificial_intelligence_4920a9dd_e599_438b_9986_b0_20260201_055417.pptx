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0" y="0"/>
            <a:ext cx="2743200" cy="2743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3F4F6"/>
                </a:solidFill>
              </a:defRPr>
            </a:pPr>
            <a:r>
              <a:t>AI 101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9CA3AF"/>
                </a:solidFill>
              </a:defRPr>
            </a:pPr>
            <a:r>
              <a:t>A comprehensive overview of Artificial Intelligence 4920a9dd-e599-438b-9986-b05f678cf962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59436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2C55E"/>
                </a:solidFill>
              </a:defRPr>
            </a:pPr>
            <a:r>
              <a:t>Powered by Lumina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3F4F6"/>
                </a:solidFill>
              </a:defRPr>
            </a:pPr>
            <a:r>
              <a:t>Slide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