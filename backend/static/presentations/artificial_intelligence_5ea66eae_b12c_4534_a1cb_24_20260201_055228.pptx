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5ea66eae-b12c-4534-a1cb-2424635b902a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